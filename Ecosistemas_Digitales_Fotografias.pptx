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4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011680"/>
            <a:ext cx="109728" cy="2377440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82880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 i="0">
                <a:solidFill>
                  <a:srgbClr val="F7F3EC"/>
                </a:solidFill>
                <a:latin typeface="Georgia"/>
              </a:rPr>
              <a:t>Ecosistemas Digitales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004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E0A030"/>
                </a:solidFill>
                <a:latin typeface="Georgia"/>
              </a:rPr>
              <a:t>Fotografías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0233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F7F3EC"/>
                </a:solidFill>
                <a:latin typeface="Calibri"/>
              </a:rPr>
              <a:t>Emoción elegida: la felicidad</a:t>
            </a:r>
          </a:p>
        </p:txBody>
      </p:sp>
      <p:sp>
        <p:nvSpPr>
          <p:cNvPr id="6" name="Oval 5"/>
          <p:cNvSpPr/>
          <p:nvPr/>
        </p:nvSpPr>
        <p:spPr>
          <a:xfrm>
            <a:off x="10241280" y="-1463040"/>
            <a:ext cx="3657600" cy="3657600"/>
          </a:xfrm>
          <a:prstGeom prst="ellipse">
            <a:avLst/>
          </a:prstGeom>
          <a:solidFill>
            <a:srgbClr val="3E6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20" y="4937760"/>
            <a:ext cx="2743200" cy="2743200"/>
          </a:xfrm>
          <a:prstGeom prst="ellipse">
            <a:avLst/>
          </a:prstGeom>
          <a:solidFill>
            <a:srgbClr val="3E6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af2dbf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71500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 de cámara: ISO ___  ·  Apertura f/___  ·  Velocidad 1/___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01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la amistad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Un grupo de amigos conversa en el césped bajo el sol. La felicidad aquí está en compartir: estar juntos, escucharse y reír sin prisa entre clases.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217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F4B4A"/>
                </a:solidFill>
                <a:latin typeface="Calibri"/>
              </a:rPr>
              <a:t>Ecosistemas Digitales · Fotografías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e6206fa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71500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 de cámara: ISO ___  ·  Apertura f/___  ·  Velocidad 1/___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02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la complicidad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Tres amigas sentadas en una banca, entre risas y bromas. Es la alegría espontánea de quienes se sienten cómodas siendo ellas mismas.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217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F4B4A"/>
                </a:solidFill>
                <a:latin typeface="Calibri"/>
              </a:rPr>
              <a:t>Ecosistemas Digitales · Fotografías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f7fef4e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71500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 de cámara: ISO ___  ·  Apertura f/___  ·  Velocidad 1/___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03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reír juntos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Una sonrisa sincera en plena conversación en la mesa. Reír con otros convierte un descanso cualquiera en un recuerdo feliz.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217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F4B4A"/>
                </a:solidFill>
                <a:latin typeface="Calibri"/>
              </a:rPr>
              <a:t>Ecosistemas Digitales · Fotografías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75d669df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71500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 de cámara: ISO ___  ·  Apertura f/___  ·  Velocidad 1/___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la convivencia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Estudiantes que caminan juntos por el pasillo. La felicidad también es cotidiana: compartir el camino hacia la siguiente clase.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217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F4B4A"/>
                </a:solidFill>
                <a:latin typeface="Calibri"/>
              </a:rPr>
              <a:t>Ecosistemas Digitales · Fotografías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5d85fea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71500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 de cámara: ISO ___  ·  Apertura f/___  ·  Velocidad 1/___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05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caminar acompañado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Dos amigos cruzan el patio conversando. Tener a alguien al lado hace más ligero cualquier día de estudio.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217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F4B4A"/>
                </a:solidFill>
                <a:latin typeface="Calibri"/>
              </a:rPr>
              <a:t>Ecosistemas Digitales · Fotografías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49c7127b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71500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 de cámara: ISO ___  ·  Apertura f/___  ·  Velocidad 1/___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pertenecer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Una vista general del campus lleno de vida: canchas, mesas y zonas verdes. La felicidad de sentirse parte de una comunidad.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217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F4B4A"/>
                </a:solidFill>
                <a:latin typeface="Calibri"/>
              </a:rPr>
              <a:t>Ecosistemas Digitales · Fotografías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616a3080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71500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 de cámara: ISO ___  ·  Apertura f/___  ·  Velocidad 1/___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07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jugar en equipo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Un grupo se reúne en la cancha para una actividad deportiva. Moverse y jugar juntos libera tensión y fortalece los lazos.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217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F4B4A"/>
                </a:solidFill>
                <a:latin typeface="Calibri"/>
              </a:rPr>
              <a:t>Ecosistemas Digitales · Fotografías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31548d7a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71500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 de cámara: ISO ___  ·  Apertura f/___  ·  Velocidad 1/___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la naturaleza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Hortensias de distintos colores en el jardín del campus. Observar la belleza de las plantas regala calma y alegría tranquila.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217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F4B4A"/>
                </a:solidFill>
                <a:latin typeface="Calibri"/>
              </a:rPr>
              <a:t>Ecosistemas Digitales · Fotografías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52e5679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71500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 de cámara: ISO ___  ·  Apertura f/___  ·  Velocidad 1/___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09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estar contigo mismo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Un joven con audífonos descansa solo, a la sombra, entre pausas de clase. Es la felicidad serena de la música y del tiempo propio.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217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F4B4A"/>
                </a:solidFill>
                <a:latin typeface="Calibri"/>
              </a:rPr>
              <a:t>Ecosistemas Digitales · Fotografías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900fa38e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71500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 de cámara: ISO ___  ·  Apertura f/___  ·  Velocidad 1/___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10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estudiar en la naturaleza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Una estudiante estudia sola al aire libre, junto a una palmera y bajo la luz del sol. Aprender en contacto con la naturaleza trae paz y concentración.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2179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F4B4A"/>
                </a:solidFill>
                <a:latin typeface="Calibri"/>
              </a:rPr>
              <a:t>Ecosistemas Digitales · Fotografías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